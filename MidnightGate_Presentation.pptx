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7B7"/>
                </a:solidFill>
              </a:defRPr>
            </a:pPr>
            <a:r>
              <a:t>🌙 MidnightGate</a:t>
            </a:r>
          </a:p>
          <a:p>
            <a:pPr algn="ctr">
              <a:defRPr sz="2600" b="1">
                <a:solidFill>
                  <a:srgbClr val="F3F4F6"/>
                </a:solidFill>
              </a:defRPr>
            </a:pPr>
            <a:r>
              <a:t>Zero-Knowledge Net Worth &amp; Accredited Investor Verifier</a:t>
            </a:r>
          </a:p>
          <a:p>
            <a:br/>
            <a:pPr algn="ctr">
              <a:defRPr sz="1600">
                <a:solidFill>
                  <a:srgbClr val="9CA3AF"/>
                </a:solidFill>
              </a:defRPr>
            </a:pPr>
            <a:r>
              <a:t>Built for the Rise In Monthly Moonshots on Midnight Challenge (Levels 1, 2, 3)</a:t>
            </a:r>
            <a:br/>
            <a:r>
              <a:t>Powered by Midnight Compact &amp; Dual-State ZK Architecture</a:t>
            </a:r>
          </a:p>
          <a:p>
            <a:br/>
            <a:pPr algn="ctr">
              <a:defRPr sz="1400">
                <a:solidFill>
                  <a:srgbClr val="8B5CF6"/>
                </a:solidFill>
              </a:defRPr>
            </a:pPr>
            <a:r>
              <a:t>Live DApp: moonlightmidnightgate.netlify.app  |  GitHub: github.com/Jaydeep806/MidnightGate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C7B7"/>
                </a:solidFill>
              </a:defRPr>
            </a:pPr>
            <a:r>
              <a:t>The Problem vs The MidnightGate ZK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5720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7171"/>
                </a:solidFill>
              </a:defRPr>
            </a:pPr>
            <a:r>
              <a:t>❌ Traditional Compliance &amp; KYC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Invasive Doxxing: Users must upload unredacted bank balances, brokerage accounts, and tax returns.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Centralized Honeypots: KYC brokers store vulnerable financial records prone to hacks and extortion.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On-Chain Linkability: Doxxed wallets permanently connect real identities to public blockchain activity.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High Friction: Manual review takes days to weeks, killing DeFi liquidity onboarding.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5720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✅ MidnightGate ZK Protocol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Client-Side ZK Witness: Prover generates zk-SNARK in local browser memory in &lt; 1.5 seconds.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Zero Balance Disclosure: Proves asset &gt;= threshold ($100k+, $5M+) without disclosing exact amount.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Anti-Replay Nullifiers: Poseidon hash nullifiers prevent credential reuse and identity clustering.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Soulbound Verifiable Credential: Instant on-chain attestation for DeFi vaults, launchpads &amp; RWAs.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C7B7"/>
                </a:solidFill>
              </a:defRPr>
            </a:pPr>
            <a:r>
              <a:t>Dual-State Architecture &amp; Formal Privacy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45720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🔒 Private Witness</a:t>
            </a:r>
            <a:br/>
            <a:r>
              <a:t>(Local Prover Only)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user_asset_value (e.g. $150,000)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user_secret_salt (256-bit entropy)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Never sent over network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Kept in local browser RAM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Zero server honeypots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645920"/>
            <a:ext cx="3291840" cy="45720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00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35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C7B7"/>
                </a:solidFill>
              </a:defRPr>
            </a:pPr>
            <a:r>
              <a:t>⚡ Compact Circuit</a:t>
            </a:r>
            <a:br/>
            <a:r>
              <a:t>(zk-SNARK Engine)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assert asset &gt;= threshold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Threshold: $100k, $5M, $25M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Nullifier = hash(salt, nonce)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Proving time: ~1.2 seconds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Groth16 / PLONK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5455" y="1645920"/>
            <a:ext cx="3291840" cy="45720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8335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🌐 Public Ledger</a:t>
            </a:r>
            <a:br/>
            <a:r>
              <a:t>(Midnight Preprod)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verified_nullifiers: Set&lt;Bytes32&gt;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total_verified_investors (+1)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Contract: midnight1contract...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Chain ID: 420 (Preprod)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Immutable Soulbound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C7B7"/>
                </a:solidFill>
              </a:defRPr>
            </a:pPr>
            <a:r>
              <a:t>Interactive Glassmorphic DApp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5720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Core User Flow &amp; Capabilities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Lace Wallet Connector: Connects to Midnight Preprod with 1-Click Demo wallet fallback.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Tier Selector: Accredited ($100k+), Qualified Purchaser ($5M+), Institutional Whale ($25M+).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Local ZK Synthesizer: Real-time polynomial constraint solving and proof generation visualizer.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Dual-State Privacy Inspector: Side-by-side public vs private data flow inspector.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Permissioned DeFi Vault Demo: Unlocks VIP Aave-style lending vaults upon on-chain proof confirmation.</a:t>
            </a:r>
          </a:p>
        </p:txBody>
      </p:sp>
      <p:pic>
        <p:nvPicPr>
          <p:cNvPr id="6" name="Picture 5" descr="product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C7B7"/>
                </a:solidFill>
              </a:defRPr>
            </a:pPr>
            <a:r>
              <a:t>🏆 Rise In Submission Checklist (Levels 1, 2,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100% Submission Criteria Fulfilled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✅ APPROVED | Level 1: New Moon: Compact Contract + managed/ Bindings + Preprod Deployment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✅ APPROVED | Level 2: Waxing Crescent: Lace Wallet Connector + Frontend ZK Prover + Demo Video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✅ APPROVED | Level 3: First Quarter: CI/CD Pipeline + 4/4 Vitest Tests + Approved Idea Proposal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✅ APPROVED | Level 4: Waxing Gibbous: Working Preprod MVP + Product X Profile (@MidnightGateZK)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✅ VERIFIED | Public GitHub Repo: github.com/Jaydeep806/MidnightGate (20+ Meaningful Commits)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✅ ACTIVE | Live Production DApp: moonlightmidnightgate.netlify.app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✅ PASSED | ZK Security &amp; Audit: Passed 100% (Zero Critical / High Findings)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